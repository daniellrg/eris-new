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INTELIGENCIA ARTIFICIAL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ACCEE"/>
                </a:solidFill>
                <a:latin typeface="Calibri"/>
              </a:defRPr>
            </a:pPr>
            <a:r>
              <a:t>Historia, aplicaciones y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AACC"/>
                </a:solidFill>
                <a:latin typeface="Calibri"/>
              </a:defRPr>
            </a:pPr>
            <a:r>
              <a:t>Presentado por: ERIS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C6E"/>
                </a:solidFill>
                <a:latin typeface="Calibri"/>
              </a:defRPr>
            </a:pPr>
            <a:r>
              <a:t>Que es la Inteligencia Artificial?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Definicion y conceptos fundamentales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  Rama de la informatica que crea sistemas capaces de realizar tareas que requieren inteligencia humana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  Incluye aprendizaje automatico (ML), procesamiento de lenguaje natural (NLP), y vision por computadora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  Busca simular procesos cognitivos como el aprendizaje, el razonamiento y la autocorreccion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  Se divide en IA debil (especializada) y IA fuerte (general, aun teorica)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C6E"/>
                </a:solidFill>
                <a:latin typeface="Calibri"/>
              </a:defRPr>
            </a:pPr>
            <a:r>
              <a:t>Historia de la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A3C6E"/>
                </a:solidFill>
                <a:latin typeface="Calibri"/>
              </a:defRPr>
            </a:pPr>
            <a:r>
              <a:t>1950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645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Alan Turing publica "Computing Machinery and Intelligence"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A3C6E"/>
                </a:solidFill>
                <a:latin typeface="Calibri"/>
              </a:defRPr>
            </a:pPr>
            <a:r>
              <a:t>1956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423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Conferencia de Dartmouth - nace el termino "Inteligencia Artificial"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A3C6E"/>
                </a:solidFill>
                <a:latin typeface="Calibri"/>
              </a:defRPr>
            </a:pPr>
            <a:r>
              <a:t>1997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Deep Blue de IBM vence a Kasparov en ajedrez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A3C6E"/>
                </a:solidFill>
                <a:latin typeface="Calibri"/>
              </a:defRPr>
            </a:pPr>
            <a:r>
              <a:t>2011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97763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Watson de IBM gana Jeopardy!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A3C6E"/>
                </a:solidFill>
                <a:latin typeface="Calibri"/>
              </a:defRPr>
            </a:pPr>
            <a:r>
              <a:t>2022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754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ChatGPT revoluciona la IA conversacional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A3C6E"/>
                </a:solidFill>
                <a:latin typeface="Calibri"/>
              </a:defRPr>
            </a:pPr>
            <a:r>
              <a:t>2024+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5532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IA multimodal, agentes autonomos y razonamiento avanzado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C6E"/>
                </a:solidFill>
                <a:latin typeface="Calibri"/>
              </a:defRPr>
            </a:pPr>
            <a:r>
              <a:t>Tipos de Inteligencia Artificial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Calibri"/>
              </a:defRPr>
            </a:pPr>
            <a:r>
              <a:t>Sistemas Reactivos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4444"/>
                </a:solidFill>
                <a:latin typeface="Calibri"/>
              </a:defRPr>
            </a:pPr>
            <a:r>
              <a:t>No tienen memoria. Responden a entradas especificas. Ej: Deep Blue.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Calibri"/>
              </a:defRPr>
            </a:pPr>
            <a:r>
              <a:t>Memoria Limitada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37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4444"/>
                </a:solidFill>
                <a:latin typeface="Calibri"/>
              </a:defRPr>
            </a:pPr>
            <a:r>
              <a:t>Usan datos historicos para decisiones. Ej: autos autonomos.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Calibri"/>
              </a:defRPr>
            </a:pPr>
            <a:r>
              <a:t>Teoria de la Mente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26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4444"/>
                </a:solidFill>
                <a:latin typeface="Calibri"/>
              </a:defRPr>
            </a:pPr>
            <a:r>
              <a:t>Comprenden emociones e intenciones. En desarrollo.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Calibri"/>
              </a:defRPr>
            </a:pPr>
            <a:r>
              <a:t>IA Autoconsciente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715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4444"/>
                </a:solidFill>
                <a:latin typeface="Calibri"/>
              </a:defRPr>
            </a:pPr>
            <a:r>
              <a:t>Con conciencia propia. Totalmente teorica aun.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Aplicaciones de la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Salud: diagnostico asistido y descubrimiento de farmacos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Transporte: vehiculos autonomos y optimizacion de rutas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Finanzas: deteccion de fraude y trading algoritmico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776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Educacion: tutores inteligentes y aprendizaje adaptativo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Entretenimiento: recomendacion de contenido y videojuegos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32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Robotica: automatizacion industrial y asistencia domestica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C6E"/>
                </a:solidFill>
                <a:latin typeface="Calibri"/>
              </a:defRPr>
            </a:pPr>
            <a:r>
              <a:t>El Futuro de la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  Agentes autonomos que ejecutan tareas complejas de forma independiente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  IA multimodal que integra texto, imagen, audio y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  Razonamiento avanzado y resolucion de problemas complejos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776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  IA explicativa y etica: transparencia en decisiones algoritmicas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  Colaboracion hombre-maquina en lugar de reemplazo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32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  Democratizacion: IA accesible para todos sin necesidad de programar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CCEE"/>
                </a:solidFill>
                <a:latin typeface="Calibri"/>
              </a:defRPr>
            </a:pPr>
            <a:r>
              <a:t>La IA no reemplaza a las personas,</a:t>
            </a:r>
            <a:br/>
            <a:r>
              <a:t>las personas con IA reemplazaran a las que no la usen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