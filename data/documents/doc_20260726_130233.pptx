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Presentacion ERIS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ERIS v2.0 - Agente de IA de Escritorio</a:t>
            </a:r>
          </a:p>
          <a:p>
            <a:r>
              <a:t>---</a:t>
            </a:r>
          </a:p>
          <a:p>
            <a:r>
              <a:t>## Que es ERIS</a:t>
            </a:r>
          </a:p>
          <a:p>
            <a:r>
              <a:t>Un asistente inteligente que controla tu computador</a:t>
            </a:r>
          </a:p>
          <a:p>
            <a:r>
              <a:t>---</a:t>
            </a:r>
          </a:p>
          <a:p>
            <a:r>
              <a:t>## Capacidades</a:t>
            </a:r>
          </a:p>
          <a:p>
            <a:r>
              <a:t>141 herramientas, memoria completa, control de escritorio</a:t>
            </a:r>
          </a:p>
          <a:p>
            <a:r>
              <a:t>---</a:t>
            </a:r>
          </a:p>
          <a:p>
            <a:r>
              <a:t>## Tecnologia</a:t>
            </a:r>
          </a:p>
          <a:p>
            <a:r>
              <a:t>PyQt6, Gemini Live, Ollama, ChromaDB</a:t>
            </a:r>
          </a:p>
          <a:p>
            <a:r>
              <a:t>---</a:t>
            </a:r>
          </a:p>
          <a:p>
            <a:r>
              <a:t>## Resultados</a:t>
            </a:r>
          </a:p>
          <a:p>
            <a:r>
              <a:t>100% tests pasados, 0 errores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Que es ERIS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asistente inteligente que controla tu computador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Capacidades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141 herramientas, memoria completa, control de escritorio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Tecnologia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PyQt6, Gemini Live, Ollama, ChromaDB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100% tests pasados, 0 errores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